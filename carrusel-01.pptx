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9275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86750"/>
            <a:ext cx="10287000" cy="4572000"/>
          </a:xfrm>
          <a:prstGeom prst="rect">
            <a:avLst/>
          </a:prstGeom>
          <a:solidFill>
            <a:srgbClr val="1A1A1E"/>
          </a:solidFill>
          <a:ln/>
        </p:spPr>
      </p:sp>
      <p:pic>
        <p:nvPicPr>
          <p:cNvPr id="4" name="Image 0" descr="../../assets/brand/jacarandashiel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685800" y="457200"/>
            <a:ext cx="342900" cy="3429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457200"/>
            <a:ext cx="28575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500" kern="0" dirty="0">
                <a:solidFill>
                  <a:srgbClr val="FFFFFF">
                    <a:alpha val="70000"/>
                  </a:srgbClr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BAISH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8896350"/>
            <a:ext cx="8915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AI SAFETY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9315450"/>
            <a:ext cx="8915400" cy="2476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0" b="1" spc="-3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LA IA YA TOMA DECISIONES. ¿QUIÉN LAS REVISA?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685800" y="12287250"/>
            <a:ext cx="3810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6E6E71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91200" y="12287250"/>
            <a:ext cx="3810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4000" kern="0" dirty="0">
                <a:solidFill>
                  <a:srgbClr val="6E6E71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baish.org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E1E22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AI SAFETY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904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MILES DE INVESTIGADORES, EN UNIVERSIDADES Y LABORATORIOS DEL MUNDO, TRABAJAN EN UNA SOLA PREGUNTA: CÓMO HACER QUE LA INTELIGENCIA ARTIFICIAL SEA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SEGURA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56565A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AF8FF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7B5FD4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AI SAFETY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904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1A1A1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ESE CAMPO SE LLAMA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7B5FD4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SEGURIDAD DE LA IA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1A1A1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, O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7B5FD4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AI SAFETY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1A1A1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43434A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E1E22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AI SAFETY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904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SISTEMAS DE IA YA DECIDEN QUIÉN ACCEDE A UN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CRÉDITO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, QUÉ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CONTENIDO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 VES, CÓMO SE DISTRIBUYEN RECURSOS DE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SALUD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. MUCHOS FUNCIONAN SIN QUE NADIE PUEDA EXPLICAR POR QUÉ.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56565A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9275E5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C8BAE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¿QUÉ ES BAISH?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904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BAISH ES UNA COMUNIDAD QUE INVESTIGA Y ENSEÑA AI SAFETY DESDE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1A1A1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BUENOS AIRES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.</a:t>
            </a:r>
            <a:pPr algn="ctr" indent="0" marL="0">
              <a:lnSpc>
                <a:spcPct val="135000"/>
              </a:lnSpc>
              <a:buNone/>
            </a:pPr>
            <a:r>
              <a:rPr lang="en-US" sz="3200" b="1" spc="500" kern="0" dirty="0">
                <a:solidFill>
                  <a:srgbClr val="C8BAE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NACIÓ EN EXACTAS-UBA Y HOY REÚNE ESTUDIANTES, PROFESIONALES E INVESTIGADORES.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B8A8E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BUENOS AIRES AI SAFETY HUB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625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8A8E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E1E22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¿QUÉ ES BAISH?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714500"/>
            <a:ext cx="8915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TRABAJAMOS EN DOS FRENTES: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85800" y="3619500"/>
            <a:ext cx="4305300" cy="7239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3619500"/>
            <a:ext cx="38100" cy="7239000"/>
          </a:xfrm>
          <a:prstGeom prst="rect">
            <a:avLst/>
          </a:prstGeom>
          <a:solidFill>
            <a:srgbClr val="9275E5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4076700"/>
            <a:ext cx="3543300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4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TÉCNICO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66800" y="4762500"/>
            <a:ext cx="3543300" cy="57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3200" dirty="0">
                <a:solidFill>
                  <a:srgbClr val="D5D5D7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Entender cómo funcionan estos sistemas por dentro para hacerlos más seguros.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295900" y="3619500"/>
            <a:ext cx="4305300" cy="7239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295900" y="3619500"/>
            <a:ext cx="38100" cy="7239000"/>
          </a:xfrm>
          <a:prstGeom prst="rect">
            <a:avLst/>
          </a:prstGeom>
          <a:solidFill>
            <a:srgbClr val="9275E5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4076700"/>
            <a:ext cx="3543300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4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GOBERNANZA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676900" y="4762500"/>
            <a:ext cx="3543300" cy="571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3200" dirty="0">
                <a:solidFill>
                  <a:srgbClr val="D5D5D7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Quién los regula, con qué criterios, bajo qué control.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56565A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AF8FF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7B5FD4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FORMACIONES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904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1A1A1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FORMACIONES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7B5FD4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GRATUITAS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1A1A1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 EN AI SAFETY TÉCNICO Y EN GOBERNANZA EN IA. NO NECESITÁS EXPERIENCIA PREVIA PARA EMPEZAR.</a:t>
            </a:r>
            <a:pPr algn="ctr" indent="0" marL="0">
              <a:lnSpc>
                <a:spcPct val="135000"/>
              </a:lnSpc>
              <a:buNone/>
            </a:pPr>
            <a:r>
              <a:rPr lang="en-US" sz="3200" b="1" spc="500" kern="0" dirty="0">
                <a:solidFill>
                  <a:srgbClr val="6B6B72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PRESENCIALES Y ONLINE. CON CERTIFICADO.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43434A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E1E22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FORMACIONES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904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EN EL WORKSHOP REPLICAMOS INVESTIGACIONES PUBLICADAS Y EXPERIMENTAMOS CON MODELOS. LAS BECAS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AISAR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 FINANCIAN INVESTIGACIÓN ORIGINAL, SUPERVISADAS POR 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UBA-CONICET</a:t>
            </a:r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56565A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9275E5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C8BAE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COMUNIDAD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904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600" b="1" spc="5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UN ESPACIO DONDE LAS PREGUNTAS SOBRE AI SAFETY SE HACEN EN SERIO, SE DISCUTEN ENTRE PARES Y TERMINAN EN PROYECTOS REALES.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B8A8EE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E1E22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533400"/>
            <a:ext cx="876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0" kern="0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COMUNIDAD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2000" y="1905000"/>
            <a:ext cx="8763000" cy="190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PODÉS EMPEZAR ESCUCHANDO, QUEDARTE APRENDIENDO, O TERMINAR INVESTIGANDO.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62000" y="5657850"/>
            <a:ext cx="8763000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933950"/>
            <a:ext cx="952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9275E5">
                    <a:alpha val="60000"/>
                  </a:srgbClr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2095500" y="4972050"/>
            <a:ext cx="7239000" cy="476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20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REUNIONES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62000" y="6562725"/>
            <a:ext cx="8763000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5838825"/>
            <a:ext cx="952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9275E5">
                    <a:alpha val="60000"/>
                  </a:srgbClr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095500" y="5876925"/>
            <a:ext cx="7239000" cy="476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20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FORMACIONES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762000" y="7467600"/>
            <a:ext cx="8763000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6743700"/>
            <a:ext cx="952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9275E5">
                    <a:alpha val="60000"/>
                  </a:srgbClr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095500" y="6781800"/>
            <a:ext cx="7239000" cy="476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20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WORKSHOP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762000" y="8372475"/>
            <a:ext cx="8763000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7648575"/>
            <a:ext cx="952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9275E5">
                    <a:alpha val="60000"/>
                  </a:srgbClr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04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2095500" y="7686675"/>
            <a:ext cx="7239000" cy="476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20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BECAS AISAR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62000" y="12153900"/>
            <a:ext cx="47625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0" kern="0" dirty="0">
                <a:solidFill>
                  <a:srgbClr val="56565A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A1A1E"/>
          </a:solidFill>
          <a:ln/>
        </p:spPr>
      </p:sp>
      <p:sp>
        <p:nvSpPr>
          <p:cNvPr id="3" name="Shape 1"/>
          <p:cNvSpPr/>
          <p:nvPr/>
        </p:nvSpPr>
        <p:spPr>
          <a:xfrm>
            <a:off x="4914900" y="4762500"/>
            <a:ext cx="457200" cy="28575"/>
          </a:xfrm>
          <a:prstGeom prst="rect">
            <a:avLst/>
          </a:prstGeom>
          <a:solidFill>
            <a:srgbClr val="9275E5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5334000"/>
            <a:ext cx="8763000" cy="381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COMENTÁ </a:t>
            </a:r>
            <a:pPr algn="ctr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9275E5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BAISH</a:t>
            </a:r>
            <a:pPr algn="ctr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 Y TE MANDAMOS EL LINK PARA SUMARTE.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62000" y="9715500"/>
            <a:ext cx="8763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3000" kern="0" dirty="0">
                <a:solidFill>
                  <a:srgbClr val="757578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LINK EN BIO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A1A1E"/>
          </a:solidFill>
          <a:ln/>
        </p:spPr>
      </p:sp>
      <p:pic>
        <p:nvPicPr>
          <p:cNvPr id="3" name="Image 0" descr="../../assets/brand/jacarandashiel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4667250" y="5143500"/>
            <a:ext cx="952500" cy="952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2000" y="6477000"/>
            <a:ext cx="87630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8000" kern="0" dirty="0">
                <a:solidFill>
                  <a:srgbClr val="FFFFFF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BAISH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62000" y="7334250"/>
            <a:ext cx="876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E6E71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@baish.arg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62000" y="7715250"/>
            <a:ext cx="876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E6E71"/>
                </a:solidFill>
                <a:latin typeface="TT Hoves Pro" pitchFamily="34" charset="0"/>
                <a:ea typeface="TT Hoves Pro" pitchFamily="34" charset="-122"/>
                <a:cs typeface="TT Hoves Pro" pitchFamily="34" charset="-120"/>
              </a:rPr>
              <a:t>baish.org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¿Qué es BAISH?</dc:title>
  <dc:subject>PptxGenJS Presentation</dc:subject>
  <dc:creator>PptxGenJS</dc:creator>
  <cp:lastModifiedBy>PptxGenJS</cp:lastModifiedBy>
  <cp:revision>1</cp:revision>
  <dcterms:created xsi:type="dcterms:W3CDTF">2026-04-21T20:50:57Z</dcterms:created>
  <dcterms:modified xsi:type="dcterms:W3CDTF">2026-04-21T20:50:57Z</dcterms:modified>
</cp:coreProperties>
</file>