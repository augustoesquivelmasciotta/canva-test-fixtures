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86750"/>
            <a:ext cx="10287000" cy="457200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4" name="Image 0" descr="../../assets/brand/jacarandashiel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" y="457200"/>
            <a:ext cx="342900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57200"/>
            <a:ext cx="285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500" kern="0" dirty="0">
                <a:solidFill>
                  <a:srgbClr val="FFFFFF">
                    <a:alpha val="7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896350"/>
            <a:ext cx="891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9239250"/>
            <a:ext cx="8915400" cy="266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spc="-3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LA IA YA TOMA DECISIONES. ¿QUIÉN LAS REVISA?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85800" y="12287250"/>
            <a:ext cx="3810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91200" y="12287250"/>
            <a:ext cx="3810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4000" kern="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MILES DE INVESTIGADORES, EN UNIVERSIDADES Y LABORATORIOS DEL MUNDO, TRABAJAN EN UNA SOLA PREGUNTA: CÓMO HACER QUE LA INTELIGENCIA ARTIFICIAL SEA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SEGURA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ESE CAMPO SE LLAMA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SEGURIDAD DE LA IA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, O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43434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SISTEMAS DE IA YA DECIDEN QUIÉN ACCEDE A UN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CRÉDITO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, QUÉ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CONTENIDO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VES, CÓMO SE DISTRIBUYEN RECURSOS DE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SALUD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 MUCHOS FUNCIONAN SIN QUE NADIE PUEDA EXPLICAR POR QUÉ.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C8BAE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¿QUÉ ES BAISH?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 ES UNA COMUNIDAD QUE INVESTIGA Y ENSEÑA AI SAFETY DESDE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BUENOS AIRES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</a:t>
            </a:r>
            <a:endParaRPr lang="en-US" sz="4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200" b="1" spc="500" kern="0" dirty="0">
                <a:solidFill>
                  <a:srgbClr val="C8BAE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NACIÓ EN EXACTAS-UBA Y HOY REÚNE ESTUDIANTES, PROFESIONALES E INVESTIGADORES.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B8A8E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BUENOS AIRES AI SAFETY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A8E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¿QUÉ ES BAISH?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714500"/>
            <a:ext cx="8915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TRABAJAMOS EN DOS FRENTES: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3619500"/>
            <a:ext cx="4305300" cy="7239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19500"/>
            <a:ext cx="38100" cy="723900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4076700"/>
            <a:ext cx="35433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TÉCNICO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6800" y="4762500"/>
            <a:ext cx="3543300" cy="57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D5D5D7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Entender cómo funcionan estos sistemas por dentro para hacerlos más seguros.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295900" y="3619500"/>
            <a:ext cx="4305300" cy="7239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3619500"/>
            <a:ext cx="38100" cy="723900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11" name="Text 9"/>
          <p:cNvSpPr/>
          <p:nvPr/>
        </p:nvSpPr>
        <p:spPr>
          <a:xfrm>
            <a:off x="5676900" y="4076700"/>
            <a:ext cx="35433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GOBERNANZA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76900" y="4762500"/>
            <a:ext cx="3543300" cy="57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D5D5D7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Quién los regula, con qué criterios, bajo qué control.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GRATUITAS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EN AI SAFETY TÉCNICO Y EN GOBERNANZA EN IA. NO NECESITÁS EXPERIENCIA PREVIA PARA EMPEZAR.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</a:t>
            </a:r>
            <a:endParaRPr lang="en-US" sz="4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200" b="1" spc="500" kern="0" dirty="0">
                <a:solidFill>
                  <a:srgbClr val="6B6B72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PRESENCIALES Y ONLINE. CON CERTIFICADO.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43434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EN EL WORKSHOP REPLICAMOS INVESTIGACIONES PUBLICADAS Y EXPERIMENTAMOS CON MODELOS. LAS BECAS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AISAR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FINANCIAN INVESTIGACIÓN ORIGINAL, SUPERVISADAS POR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UBA-CONICET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C8BAE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COMUNIDAD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UN ESPACIO DONDE LAS PREGUNTAS SOBRE AI SAFETY SE HACEN EN SERIO, SE DISCUTEN ENTRE PARES Y TERMINAN EN PROYECTOS REALES.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B8A8E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COMUNIDAD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PODÉS EMPEZAR ESCUCHANDO, QUEDARTE APRENDIENDO, O TERMINAR INVESTIGANDO.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62000" y="5657850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933950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095500" y="4972050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REUNIONES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62000" y="6562725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838825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095500" y="5876925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62000" y="7467600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6743700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095500" y="6781800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WORKSHOP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62000" y="8372475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7648575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095500" y="7686675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BECAS AISAR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3" name="Shape 1"/>
          <p:cNvSpPr/>
          <p:nvPr/>
        </p:nvSpPr>
        <p:spPr>
          <a:xfrm>
            <a:off x="4914900" y="4762500"/>
            <a:ext cx="457200" cy="28575"/>
          </a:xfrm>
          <a:prstGeom prst="rect">
            <a:avLst/>
          </a:prstGeom>
          <a:solidFill>
            <a:srgbClr val="9275E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334000"/>
            <a:ext cx="8763000" cy="38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COMENTÁ </a:t>
            </a:r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</a:t>
            </a:r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Y TE MANDAMOS EL LINK PARA SUMARTE.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62000" y="9715500"/>
            <a:ext cx="8763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3000" kern="0" dirty="0">
                <a:solidFill>
                  <a:srgbClr val="757578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LINK EN BIO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3" name="Image 0" descr="../../assets/brand/jacarandashiel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667250" y="5143500"/>
            <a:ext cx="952500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6477000"/>
            <a:ext cx="8763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2000" y="7334250"/>
            <a:ext cx="876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2000" y="7715250"/>
            <a:ext cx="876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baish.org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BAISH?</dc:title>
  <dc:subject>PptxGenJS Presentation</dc:subject>
  <dc:creator>PptxGenJS</dc:creator>
  <cp:lastModifiedBy>PptxGenJS</cp:lastModifiedBy>
  <cp:revision>1</cp:revision>
  <dcterms:created xsi:type="dcterms:W3CDTF">2026-04-21T20:54:41Z</dcterms:created>
  <dcterms:modified xsi:type="dcterms:W3CDTF">2026-04-21T20:54:41Z</dcterms:modified>
</cp:coreProperties>
</file>