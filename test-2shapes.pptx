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28800"/>
            <a:ext cx="3657600" cy="274320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1828800"/>
            <a:ext cx="3657600" cy="2743200"/>
          </a:xfrm>
          <a:prstGeom prst="rect">
            <a:avLst/>
          </a:prstGeom>
          <a:solidFill>
            <a:srgbClr val="FAF8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400800"/>
            <a:ext cx="8458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GATING TEST — move me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0"/>
            <a:ext cx="8458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 </a:t>
            </a:r>
            <a:pPr algn="ctr" indent="0" marL="0">
              <a:buNone/>
            </a:pPr>
            <a:r>
              <a:rPr lang="en-US" sz="3200" b="1" dirty="0">
                <a:solidFill>
                  <a:srgbClr val="927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</a:t>
            </a:r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shapes?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2026-04-21T20:40:57Z</dcterms:created>
  <dcterms:modified xsi:type="dcterms:W3CDTF">2026-04-21T20:40:57Z</dcterms:modified>
</cp:coreProperties>
</file>